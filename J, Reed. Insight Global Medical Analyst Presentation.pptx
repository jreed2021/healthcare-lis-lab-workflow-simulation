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D8FA5-C9F9-40F0-9E1D-4E1E13B87BAC}" v="3" dt="2026-03-13T22:55:35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ssa Reed" userId="c05c80d28edd5170" providerId="LiveId" clId="{2BE50034-45FA-4ABA-A846-1C0A5D9A700F}"/>
    <pc:docChg chg="custSel addSld delSld modSld">
      <pc:chgData name="Janessa Reed" userId="c05c80d28edd5170" providerId="LiveId" clId="{2BE50034-45FA-4ABA-A846-1C0A5D9A700F}" dt="2026-03-13T22:55:50.387" v="471" actId="478"/>
      <pc:docMkLst>
        <pc:docMk/>
      </pc:docMkLst>
      <pc:sldChg chg="new del">
        <pc:chgData name="Janessa Reed" userId="c05c80d28edd5170" providerId="LiveId" clId="{2BE50034-45FA-4ABA-A846-1C0A5D9A700F}" dt="2026-03-13T22:41:05.752" v="1" actId="47"/>
        <pc:sldMkLst>
          <pc:docMk/>
          <pc:sldMk cId="2485917557" sldId="257"/>
        </pc:sldMkLst>
      </pc:sldChg>
      <pc:sldChg chg="addSp delSp modSp new mod">
        <pc:chgData name="Janessa Reed" userId="c05c80d28edd5170" providerId="LiveId" clId="{2BE50034-45FA-4ABA-A846-1C0A5D9A700F}" dt="2026-03-13T22:55:50.387" v="471" actId="478"/>
        <pc:sldMkLst>
          <pc:docMk/>
          <pc:sldMk cId="3574524283" sldId="257"/>
        </pc:sldMkLst>
        <pc:spChg chg="mod">
          <ac:chgData name="Janessa Reed" userId="c05c80d28edd5170" providerId="LiveId" clId="{2BE50034-45FA-4ABA-A846-1C0A5D9A700F}" dt="2026-03-13T22:41:27.132" v="36" actId="20577"/>
          <ac:spMkLst>
            <pc:docMk/>
            <pc:sldMk cId="3574524283" sldId="257"/>
            <ac:spMk id="2" creationId="{B04629BE-E0FC-92CB-C9D9-4C74134D2689}"/>
          </ac:spMkLst>
        </pc:spChg>
        <pc:spChg chg="del">
          <ac:chgData name="Janessa Reed" userId="c05c80d28edd5170" providerId="LiveId" clId="{2BE50034-45FA-4ABA-A846-1C0A5D9A700F}" dt="2026-03-13T22:52:39.590" v="280" actId="1032"/>
          <ac:spMkLst>
            <pc:docMk/>
            <pc:sldMk cId="3574524283" sldId="257"/>
            <ac:spMk id="3" creationId="{1D2AA87F-7DDA-0B72-F27E-737360ED2698}"/>
          </ac:spMkLst>
        </pc:spChg>
        <pc:spChg chg="add del mod">
          <ac:chgData name="Janessa Reed" userId="c05c80d28edd5170" providerId="LiveId" clId="{2BE50034-45FA-4ABA-A846-1C0A5D9A700F}" dt="2026-03-13T22:52:06.702" v="279" actId="478"/>
          <ac:spMkLst>
            <pc:docMk/>
            <pc:sldMk cId="3574524283" sldId="257"/>
            <ac:spMk id="4" creationId="{5E55E03D-9B96-8371-0B5D-72F0C67E8EBD}"/>
          </ac:spMkLst>
        </pc:spChg>
        <pc:spChg chg="add del mod">
          <ac:chgData name="Janessa Reed" userId="c05c80d28edd5170" providerId="LiveId" clId="{2BE50034-45FA-4ABA-A846-1C0A5D9A700F}" dt="2026-03-13T22:52:05.856" v="278" actId="478"/>
          <ac:spMkLst>
            <pc:docMk/>
            <pc:sldMk cId="3574524283" sldId="257"/>
            <ac:spMk id="5" creationId="{0BCFF007-1DFC-CFE1-69CD-840F2DD50991}"/>
          </ac:spMkLst>
        </pc:spChg>
        <pc:spChg chg="add del mod">
          <ac:chgData name="Janessa Reed" userId="c05c80d28edd5170" providerId="LiveId" clId="{2BE50034-45FA-4ABA-A846-1C0A5D9A700F}" dt="2026-03-13T22:52:04.931" v="277" actId="478"/>
          <ac:spMkLst>
            <pc:docMk/>
            <pc:sldMk cId="3574524283" sldId="257"/>
            <ac:spMk id="6" creationId="{F8EAE39F-D59C-465A-2931-C1E33EEF7D77}"/>
          </ac:spMkLst>
        </pc:spChg>
        <pc:spChg chg="add del mod">
          <ac:chgData name="Janessa Reed" userId="c05c80d28edd5170" providerId="LiveId" clId="{2BE50034-45FA-4ABA-A846-1C0A5D9A700F}" dt="2026-03-13T22:52:03.654" v="276" actId="478"/>
          <ac:spMkLst>
            <pc:docMk/>
            <pc:sldMk cId="3574524283" sldId="257"/>
            <ac:spMk id="7" creationId="{B32E245A-D4B0-98E3-1A9D-9C1C2052BEC0}"/>
          </ac:spMkLst>
        </pc:spChg>
        <pc:spChg chg="add del mod">
          <ac:chgData name="Janessa Reed" userId="c05c80d28edd5170" providerId="LiveId" clId="{2BE50034-45FA-4ABA-A846-1C0A5D9A700F}" dt="2026-03-13T22:51:56.791" v="271" actId="478"/>
          <ac:spMkLst>
            <pc:docMk/>
            <pc:sldMk cId="3574524283" sldId="257"/>
            <ac:spMk id="8" creationId="{DE9AE4CE-AC21-AD20-90BA-58FB1D0365D8}"/>
          </ac:spMkLst>
        </pc:spChg>
        <pc:spChg chg="add del mod">
          <ac:chgData name="Janessa Reed" userId="c05c80d28edd5170" providerId="LiveId" clId="{2BE50034-45FA-4ABA-A846-1C0A5D9A700F}" dt="2026-03-13T22:51:58.445" v="272" actId="478"/>
          <ac:spMkLst>
            <pc:docMk/>
            <pc:sldMk cId="3574524283" sldId="257"/>
            <ac:spMk id="9" creationId="{6DDF441E-1DB6-A1F3-C227-CADB67AF0556}"/>
          </ac:spMkLst>
        </pc:spChg>
        <pc:spChg chg="add del mod">
          <ac:chgData name="Janessa Reed" userId="c05c80d28edd5170" providerId="LiveId" clId="{2BE50034-45FA-4ABA-A846-1C0A5D9A700F}" dt="2026-03-13T22:51:59.692" v="274" actId="478"/>
          <ac:spMkLst>
            <pc:docMk/>
            <pc:sldMk cId="3574524283" sldId="257"/>
            <ac:spMk id="10" creationId="{E1890FAD-1A9F-210D-8DA6-1F53ED54F7C6}"/>
          </ac:spMkLst>
        </pc:spChg>
        <pc:spChg chg="add del mod">
          <ac:chgData name="Janessa Reed" userId="c05c80d28edd5170" providerId="LiveId" clId="{2BE50034-45FA-4ABA-A846-1C0A5D9A700F}" dt="2026-03-13T22:52:02.325" v="275" actId="478"/>
          <ac:spMkLst>
            <pc:docMk/>
            <pc:sldMk cId="3574524283" sldId="257"/>
            <ac:spMk id="11" creationId="{08C6C774-79D2-09FB-0002-8612DACC0FE7}"/>
          </ac:spMkLst>
        </pc:spChg>
        <pc:graphicFrameChg chg="add mod modGraphic">
          <ac:chgData name="Janessa Reed" userId="c05c80d28edd5170" providerId="LiveId" clId="{2BE50034-45FA-4ABA-A846-1C0A5D9A700F}" dt="2026-03-13T22:55:35.138" v="470" actId="478"/>
          <ac:graphicFrameMkLst>
            <pc:docMk/>
            <pc:sldMk cId="3574524283" sldId="257"/>
            <ac:graphicFrameMk id="20" creationId="{04FE1644-E1FF-1C71-62B5-4D17EFB0A463}"/>
          </ac:graphicFrameMkLst>
        </pc:graphicFrameChg>
        <pc:cxnChg chg="add del mod">
          <ac:chgData name="Janessa Reed" userId="c05c80d28edd5170" providerId="LiveId" clId="{2BE50034-45FA-4ABA-A846-1C0A5D9A700F}" dt="2026-03-13T22:55:50.387" v="471" actId="478"/>
          <ac:cxnSpMkLst>
            <pc:docMk/>
            <pc:sldMk cId="3574524283" sldId="257"/>
            <ac:cxnSpMk id="15" creationId="{567DA979-382F-88E4-3694-537C0A87C818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148C4B-78CF-4078-A7A1-6585442F6AC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029C0D-5B07-442A-8F00-0C87FF5DD79C}">
      <dgm:prSet phldrT="[Text]" phldr="0"/>
      <dgm:spPr/>
      <dgm:t>
        <a:bodyPr/>
        <a:lstStyle/>
        <a:p>
          <a:r>
            <a:rPr lang="en-US" dirty="0"/>
            <a:t>Doctor orders test</a:t>
          </a:r>
        </a:p>
      </dgm:t>
    </dgm:pt>
    <dgm:pt modelId="{625D46F7-04B1-4FA1-AA29-27F457D82F24}" type="parTrans" cxnId="{33B1644F-A65D-4724-AD36-6D6C37017CEF}">
      <dgm:prSet/>
      <dgm:spPr/>
      <dgm:t>
        <a:bodyPr/>
        <a:lstStyle/>
        <a:p>
          <a:endParaRPr lang="en-US"/>
        </a:p>
      </dgm:t>
    </dgm:pt>
    <dgm:pt modelId="{9B444C7D-B16A-4B16-97A9-3E16241EA68E}" type="sibTrans" cxnId="{33B1644F-A65D-4724-AD36-6D6C37017CEF}">
      <dgm:prSet/>
      <dgm:spPr/>
      <dgm:t>
        <a:bodyPr/>
        <a:lstStyle/>
        <a:p>
          <a:endParaRPr lang="en-US"/>
        </a:p>
      </dgm:t>
    </dgm:pt>
    <dgm:pt modelId="{E8B0553D-85CC-4405-AE75-353B9375ED58}">
      <dgm:prSet phldrT="[Text]" phldr="0"/>
      <dgm:spPr/>
      <dgm:t>
        <a:bodyPr/>
        <a:lstStyle/>
        <a:p>
          <a:r>
            <a:rPr lang="en-US" dirty="0"/>
            <a:t>Order enters LIS</a:t>
          </a:r>
        </a:p>
      </dgm:t>
    </dgm:pt>
    <dgm:pt modelId="{5F3240DE-055F-4044-B33E-AE995F067E4D}" type="parTrans" cxnId="{8F7B790C-DF82-4CE9-82E3-0B9D5AA3E7E7}">
      <dgm:prSet/>
      <dgm:spPr/>
      <dgm:t>
        <a:bodyPr/>
        <a:lstStyle/>
        <a:p>
          <a:endParaRPr lang="en-US"/>
        </a:p>
      </dgm:t>
    </dgm:pt>
    <dgm:pt modelId="{24D6B201-E4EA-4C0B-B889-35476FD76128}" type="sibTrans" cxnId="{8F7B790C-DF82-4CE9-82E3-0B9D5AA3E7E7}">
      <dgm:prSet/>
      <dgm:spPr/>
      <dgm:t>
        <a:bodyPr/>
        <a:lstStyle/>
        <a:p>
          <a:endParaRPr lang="en-US"/>
        </a:p>
      </dgm:t>
    </dgm:pt>
    <dgm:pt modelId="{91B92B13-BEB9-41E6-ACC0-41AC6D0E1D70}">
      <dgm:prSet phldrT="[Text]" phldr="0"/>
      <dgm:spPr/>
      <dgm:t>
        <a:bodyPr/>
        <a:lstStyle/>
        <a:p>
          <a:r>
            <a:rPr lang="en-US" dirty="0"/>
            <a:t>Label printed</a:t>
          </a:r>
        </a:p>
      </dgm:t>
    </dgm:pt>
    <dgm:pt modelId="{52E10D5A-2428-47ED-AE5C-0459BCDE54D6}" type="parTrans" cxnId="{D1BD06D3-F8CC-4D87-A7A6-2A9BBAA14F99}">
      <dgm:prSet/>
      <dgm:spPr/>
      <dgm:t>
        <a:bodyPr/>
        <a:lstStyle/>
        <a:p>
          <a:endParaRPr lang="en-US"/>
        </a:p>
      </dgm:t>
    </dgm:pt>
    <dgm:pt modelId="{147D32BA-AC31-46F9-B05E-020E2A82B17C}" type="sibTrans" cxnId="{D1BD06D3-F8CC-4D87-A7A6-2A9BBAA14F99}">
      <dgm:prSet/>
      <dgm:spPr/>
      <dgm:t>
        <a:bodyPr/>
        <a:lstStyle/>
        <a:p>
          <a:endParaRPr lang="en-US"/>
        </a:p>
      </dgm:t>
    </dgm:pt>
    <dgm:pt modelId="{1A6A722C-40E5-4935-9E98-E602C4FF1FC6}">
      <dgm:prSet phldrT="[Text]" phldr="0"/>
      <dgm:spPr/>
      <dgm:t>
        <a:bodyPr/>
        <a:lstStyle/>
        <a:p>
          <a:r>
            <a:rPr lang="en-US" dirty="0"/>
            <a:t>Specimen collected</a:t>
          </a:r>
        </a:p>
      </dgm:t>
    </dgm:pt>
    <dgm:pt modelId="{08230207-99F7-4543-87C1-2E17C29AE167}" type="parTrans" cxnId="{20175BF5-B67D-4609-B6AA-419DDC6573C2}">
      <dgm:prSet/>
      <dgm:spPr/>
      <dgm:t>
        <a:bodyPr/>
        <a:lstStyle/>
        <a:p>
          <a:endParaRPr lang="en-US"/>
        </a:p>
      </dgm:t>
    </dgm:pt>
    <dgm:pt modelId="{AC5FA7BA-3479-478C-8A9A-3A4360A2CE97}" type="sibTrans" cxnId="{20175BF5-B67D-4609-B6AA-419DDC6573C2}">
      <dgm:prSet/>
      <dgm:spPr/>
      <dgm:t>
        <a:bodyPr/>
        <a:lstStyle/>
        <a:p>
          <a:endParaRPr lang="en-US"/>
        </a:p>
      </dgm:t>
    </dgm:pt>
    <dgm:pt modelId="{8CA7B4DC-D24B-4D72-A11B-28CD4CF4C002}">
      <dgm:prSet phldrT="[Text]" phldr="0"/>
      <dgm:spPr/>
      <dgm:t>
        <a:bodyPr/>
        <a:lstStyle/>
        <a:p>
          <a:r>
            <a:rPr lang="en-US" dirty="0"/>
            <a:t>Specimen scanned in lab</a:t>
          </a:r>
        </a:p>
      </dgm:t>
    </dgm:pt>
    <dgm:pt modelId="{EBA50734-FB71-4B71-BF98-038276D9A047}" type="parTrans" cxnId="{16D40DAE-E1E9-4313-97C6-651316304B66}">
      <dgm:prSet/>
      <dgm:spPr/>
      <dgm:t>
        <a:bodyPr/>
        <a:lstStyle/>
        <a:p>
          <a:endParaRPr lang="en-US"/>
        </a:p>
      </dgm:t>
    </dgm:pt>
    <dgm:pt modelId="{970084D9-48DE-4AF1-B770-706CA1C8406C}" type="sibTrans" cxnId="{16D40DAE-E1E9-4313-97C6-651316304B66}">
      <dgm:prSet/>
      <dgm:spPr/>
      <dgm:t>
        <a:bodyPr/>
        <a:lstStyle/>
        <a:p>
          <a:endParaRPr lang="en-US"/>
        </a:p>
      </dgm:t>
    </dgm:pt>
    <dgm:pt modelId="{85803A64-793F-4976-B5E5-1F80CF519881}">
      <dgm:prSet phldrT="[Text]" phldr="0"/>
      <dgm:spPr/>
      <dgm:t>
        <a:bodyPr/>
        <a:lstStyle/>
        <a:p>
          <a:r>
            <a:rPr lang="en-US" dirty="0"/>
            <a:t>Instrument runs test</a:t>
          </a:r>
        </a:p>
      </dgm:t>
    </dgm:pt>
    <dgm:pt modelId="{7F3CF710-F905-4575-B4E8-E4CA82BE1123}" type="parTrans" cxnId="{CB007167-218B-4B97-9075-3EC9F3BA480C}">
      <dgm:prSet/>
      <dgm:spPr/>
      <dgm:t>
        <a:bodyPr/>
        <a:lstStyle/>
        <a:p>
          <a:endParaRPr lang="en-US"/>
        </a:p>
      </dgm:t>
    </dgm:pt>
    <dgm:pt modelId="{C3012B82-FEEA-428C-BA4C-9C8F8C4615CD}" type="sibTrans" cxnId="{CB007167-218B-4B97-9075-3EC9F3BA480C}">
      <dgm:prSet/>
      <dgm:spPr/>
      <dgm:t>
        <a:bodyPr/>
        <a:lstStyle/>
        <a:p>
          <a:endParaRPr lang="en-US"/>
        </a:p>
      </dgm:t>
    </dgm:pt>
    <dgm:pt modelId="{50073B09-238C-4724-A3F1-867A31B471D5}">
      <dgm:prSet phldrT="[Text]" phldr="0"/>
      <dgm:spPr/>
      <dgm:t>
        <a:bodyPr/>
        <a:lstStyle/>
        <a:p>
          <a:r>
            <a:rPr lang="en-US" dirty="0"/>
            <a:t>Result sent back to LIS</a:t>
          </a:r>
        </a:p>
      </dgm:t>
    </dgm:pt>
    <dgm:pt modelId="{E3F1F5D6-EE4E-4825-93E1-FAC6111B72BE}" type="parTrans" cxnId="{9ACB1541-A58B-49AB-BFFF-D424A8DDEF0C}">
      <dgm:prSet/>
      <dgm:spPr/>
      <dgm:t>
        <a:bodyPr/>
        <a:lstStyle/>
        <a:p>
          <a:endParaRPr lang="en-US"/>
        </a:p>
      </dgm:t>
    </dgm:pt>
    <dgm:pt modelId="{B8C0BE40-7A8B-4ECC-9F73-5C89CE8BC094}" type="sibTrans" cxnId="{9ACB1541-A58B-49AB-BFFF-D424A8DDEF0C}">
      <dgm:prSet/>
      <dgm:spPr/>
      <dgm:t>
        <a:bodyPr/>
        <a:lstStyle/>
        <a:p>
          <a:endParaRPr lang="en-US"/>
        </a:p>
      </dgm:t>
    </dgm:pt>
    <dgm:pt modelId="{680253A3-2ACF-44E9-9064-5DE5CDA4CEDE}">
      <dgm:prSet phldrT="[Text]" phldr="0"/>
      <dgm:spPr/>
      <dgm:t>
        <a:bodyPr/>
        <a:lstStyle/>
        <a:p>
          <a:r>
            <a:rPr lang="en-US" dirty="0"/>
            <a:t>Result released </a:t>
          </a:r>
          <a:r>
            <a:rPr lang="en-US"/>
            <a:t>to patient’s chart</a:t>
          </a:r>
          <a:endParaRPr lang="en-US" dirty="0"/>
        </a:p>
      </dgm:t>
    </dgm:pt>
    <dgm:pt modelId="{7FE42F40-6A17-4ED1-91FB-A6E7CDF1F833}" type="parTrans" cxnId="{E9F23221-0CFF-4048-A2AC-70A7E2EFC1C1}">
      <dgm:prSet/>
      <dgm:spPr/>
      <dgm:t>
        <a:bodyPr/>
        <a:lstStyle/>
        <a:p>
          <a:endParaRPr lang="en-US"/>
        </a:p>
      </dgm:t>
    </dgm:pt>
    <dgm:pt modelId="{2E5170A6-1349-44D1-8C05-CA968342D05F}" type="sibTrans" cxnId="{E9F23221-0CFF-4048-A2AC-70A7E2EFC1C1}">
      <dgm:prSet/>
      <dgm:spPr/>
      <dgm:t>
        <a:bodyPr/>
        <a:lstStyle/>
        <a:p>
          <a:endParaRPr lang="en-US"/>
        </a:p>
      </dgm:t>
    </dgm:pt>
    <dgm:pt modelId="{1B979202-D3C9-43D8-9994-46D7FA8BCFC7}" type="pres">
      <dgm:prSet presAssocID="{E3148C4B-78CF-4078-A7A1-6585442F6ACD}" presName="Name0" presStyleCnt="0">
        <dgm:presLayoutVars>
          <dgm:dir/>
          <dgm:resizeHandles val="exact"/>
        </dgm:presLayoutVars>
      </dgm:prSet>
      <dgm:spPr/>
    </dgm:pt>
    <dgm:pt modelId="{9D8A3B8F-1E4E-4F49-9997-5EB5C615F2A0}" type="pres">
      <dgm:prSet presAssocID="{96029C0D-5B07-442A-8F00-0C87FF5DD79C}" presName="node" presStyleLbl="node1" presStyleIdx="0" presStyleCnt="8">
        <dgm:presLayoutVars>
          <dgm:bulletEnabled val="1"/>
        </dgm:presLayoutVars>
      </dgm:prSet>
      <dgm:spPr/>
    </dgm:pt>
    <dgm:pt modelId="{807F65F0-7B7D-48F2-852B-59F07FFFD74C}" type="pres">
      <dgm:prSet presAssocID="{9B444C7D-B16A-4B16-97A9-3E16241EA68E}" presName="sibTrans" presStyleLbl="sibTrans2D1" presStyleIdx="0" presStyleCnt="7"/>
      <dgm:spPr/>
    </dgm:pt>
    <dgm:pt modelId="{2AFD3B7A-5B8B-4701-9177-BA3B936711CA}" type="pres">
      <dgm:prSet presAssocID="{9B444C7D-B16A-4B16-97A9-3E16241EA68E}" presName="connectorText" presStyleLbl="sibTrans2D1" presStyleIdx="0" presStyleCnt="7"/>
      <dgm:spPr/>
    </dgm:pt>
    <dgm:pt modelId="{2B62037C-D7EB-46FF-BB75-B517D877216E}" type="pres">
      <dgm:prSet presAssocID="{E8B0553D-85CC-4405-AE75-353B9375ED58}" presName="node" presStyleLbl="node1" presStyleIdx="1" presStyleCnt="8">
        <dgm:presLayoutVars>
          <dgm:bulletEnabled val="1"/>
        </dgm:presLayoutVars>
      </dgm:prSet>
      <dgm:spPr/>
    </dgm:pt>
    <dgm:pt modelId="{D26BE7B7-AB7E-45E3-95A5-30F959A2D0A8}" type="pres">
      <dgm:prSet presAssocID="{24D6B201-E4EA-4C0B-B889-35476FD76128}" presName="sibTrans" presStyleLbl="sibTrans2D1" presStyleIdx="1" presStyleCnt="7"/>
      <dgm:spPr/>
    </dgm:pt>
    <dgm:pt modelId="{2EEFE8F7-6066-4C35-AC90-3CDD8A8A0DF3}" type="pres">
      <dgm:prSet presAssocID="{24D6B201-E4EA-4C0B-B889-35476FD76128}" presName="connectorText" presStyleLbl="sibTrans2D1" presStyleIdx="1" presStyleCnt="7"/>
      <dgm:spPr/>
    </dgm:pt>
    <dgm:pt modelId="{BFAF7D34-BB56-40CA-9D9A-0F28E968BB8C}" type="pres">
      <dgm:prSet presAssocID="{91B92B13-BEB9-41E6-ACC0-41AC6D0E1D70}" presName="node" presStyleLbl="node1" presStyleIdx="2" presStyleCnt="8">
        <dgm:presLayoutVars>
          <dgm:bulletEnabled val="1"/>
        </dgm:presLayoutVars>
      </dgm:prSet>
      <dgm:spPr/>
    </dgm:pt>
    <dgm:pt modelId="{9337D3FC-5F16-4004-8969-89333BB6FBE8}" type="pres">
      <dgm:prSet presAssocID="{147D32BA-AC31-46F9-B05E-020E2A82B17C}" presName="sibTrans" presStyleLbl="sibTrans2D1" presStyleIdx="2" presStyleCnt="7"/>
      <dgm:spPr/>
    </dgm:pt>
    <dgm:pt modelId="{86976C6F-3FB4-4934-A2F5-58269FB99104}" type="pres">
      <dgm:prSet presAssocID="{147D32BA-AC31-46F9-B05E-020E2A82B17C}" presName="connectorText" presStyleLbl="sibTrans2D1" presStyleIdx="2" presStyleCnt="7"/>
      <dgm:spPr/>
    </dgm:pt>
    <dgm:pt modelId="{BFB87858-68E0-4830-B189-65779C3E640F}" type="pres">
      <dgm:prSet presAssocID="{1A6A722C-40E5-4935-9E98-E602C4FF1FC6}" presName="node" presStyleLbl="node1" presStyleIdx="3" presStyleCnt="8">
        <dgm:presLayoutVars>
          <dgm:bulletEnabled val="1"/>
        </dgm:presLayoutVars>
      </dgm:prSet>
      <dgm:spPr/>
    </dgm:pt>
    <dgm:pt modelId="{52DC866B-1AA8-45D9-92EF-5D020EC48C9F}" type="pres">
      <dgm:prSet presAssocID="{AC5FA7BA-3479-478C-8A9A-3A4360A2CE97}" presName="sibTrans" presStyleLbl="sibTrans2D1" presStyleIdx="3" presStyleCnt="7"/>
      <dgm:spPr/>
    </dgm:pt>
    <dgm:pt modelId="{B5E7FEF1-7F79-49B7-9117-A2ED84086636}" type="pres">
      <dgm:prSet presAssocID="{AC5FA7BA-3479-478C-8A9A-3A4360A2CE97}" presName="connectorText" presStyleLbl="sibTrans2D1" presStyleIdx="3" presStyleCnt="7"/>
      <dgm:spPr/>
    </dgm:pt>
    <dgm:pt modelId="{ED9C0807-899C-4B3F-90F4-1F92BC881D3B}" type="pres">
      <dgm:prSet presAssocID="{8CA7B4DC-D24B-4D72-A11B-28CD4CF4C002}" presName="node" presStyleLbl="node1" presStyleIdx="4" presStyleCnt="8">
        <dgm:presLayoutVars>
          <dgm:bulletEnabled val="1"/>
        </dgm:presLayoutVars>
      </dgm:prSet>
      <dgm:spPr/>
    </dgm:pt>
    <dgm:pt modelId="{E85EC4CE-26CF-4AE9-8C13-73F49239887B}" type="pres">
      <dgm:prSet presAssocID="{970084D9-48DE-4AF1-B770-706CA1C8406C}" presName="sibTrans" presStyleLbl="sibTrans2D1" presStyleIdx="4" presStyleCnt="7"/>
      <dgm:spPr/>
    </dgm:pt>
    <dgm:pt modelId="{C2DFE43F-4E15-4758-853D-C574A1307165}" type="pres">
      <dgm:prSet presAssocID="{970084D9-48DE-4AF1-B770-706CA1C8406C}" presName="connectorText" presStyleLbl="sibTrans2D1" presStyleIdx="4" presStyleCnt="7"/>
      <dgm:spPr/>
    </dgm:pt>
    <dgm:pt modelId="{766E01E4-2B39-4584-90EF-0219C5E53B27}" type="pres">
      <dgm:prSet presAssocID="{85803A64-793F-4976-B5E5-1F80CF519881}" presName="node" presStyleLbl="node1" presStyleIdx="5" presStyleCnt="8">
        <dgm:presLayoutVars>
          <dgm:bulletEnabled val="1"/>
        </dgm:presLayoutVars>
      </dgm:prSet>
      <dgm:spPr/>
    </dgm:pt>
    <dgm:pt modelId="{792E8339-7434-43F9-80B0-1ADC519A1AC8}" type="pres">
      <dgm:prSet presAssocID="{C3012B82-FEEA-428C-BA4C-9C8F8C4615CD}" presName="sibTrans" presStyleLbl="sibTrans2D1" presStyleIdx="5" presStyleCnt="7"/>
      <dgm:spPr/>
    </dgm:pt>
    <dgm:pt modelId="{26D79F5E-80A4-4281-8761-A54F9353D780}" type="pres">
      <dgm:prSet presAssocID="{C3012B82-FEEA-428C-BA4C-9C8F8C4615CD}" presName="connectorText" presStyleLbl="sibTrans2D1" presStyleIdx="5" presStyleCnt="7"/>
      <dgm:spPr/>
    </dgm:pt>
    <dgm:pt modelId="{36C47A69-F781-4776-844F-F3F46E5B7248}" type="pres">
      <dgm:prSet presAssocID="{50073B09-238C-4724-A3F1-867A31B471D5}" presName="node" presStyleLbl="node1" presStyleIdx="6" presStyleCnt="8">
        <dgm:presLayoutVars>
          <dgm:bulletEnabled val="1"/>
        </dgm:presLayoutVars>
      </dgm:prSet>
      <dgm:spPr/>
    </dgm:pt>
    <dgm:pt modelId="{3C9FC9D4-308A-4274-A212-7F3AFF8D3569}" type="pres">
      <dgm:prSet presAssocID="{B8C0BE40-7A8B-4ECC-9F73-5C89CE8BC094}" presName="sibTrans" presStyleLbl="sibTrans2D1" presStyleIdx="6" presStyleCnt="7"/>
      <dgm:spPr/>
    </dgm:pt>
    <dgm:pt modelId="{46EAA1B1-ECB5-4640-9EC2-32DD574F94CF}" type="pres">
      <dgm:prSet presAssocID="{B8C0BE40-7A8B-4ECC-9F73-5C89CE8BC094}" presName="connectorText" presStyleLbl="sibTrans2D1" presStyleIdx="6" presStyleCnt="7"/>
      <dgm:spPr/>
    </dgm:pt>
    <dgm:pt modelId="{0ADA195F-43B3-408C-BB2D-BB5194D1AA1E}" type="pres">
      <dgm:prSet presAssocID="{680253A3-2ACF-44E9-9064-5DE5CDA4CEDE}" presName="node" presStyleLbl="node1" presStyleIdx="7" presStyleCnt="8">
        <dgm:presLayoutVars>
          <dgm:bulletEnabled val="1"/>
        </dgm:presLayoutVars>
      </dgm:prSet>
      <dgm:spPr/>
    </dgm:pt>
  </dgm:ptLst>
  <dgm:cxnLst>
    <dgm:cxn modelId="{8F7B790C-DF82-4CE9-82E3-0B9D5AA3E7E7}" srcId="{E3148C4B-78CF-4078-A7A1-6585442F6ACD}" destId="{E8B0553D-85CC-4405-AE75-353B9375ED58}" srcOrd="1" destOrd="0" parTransId="{5F3240DE-055F-4044-B33E-AE995F067E4D}" sibTransId="{24D6B201-E4EA-4C0B-B889-35476FD76128}"/>
    <dgm:cxn modelId="{9769DE0E-FFB3-444C-9535-9F81ABD8737B}" type="presOf" srcId="{24D6B201-E4EA-4C0B-B889-35476FD76128}" destId="{2EEFE8F7-6066-4C35-AC90-3CDD8A8A0DF3}" srcOrd="1" destOrd="0" presId="urn:microsoft.com/office/officeart/2005/8/layout/process1"/>
    <dgm:cxn modelId="{E9F23221-0CFF-4048-A2AC-70A7E2EFC1C1}" srcId="{E3148C4B-78CF-4078-A7A1-6585442F6ACD}" destId="{680253A3-2ACF-44E9-9064-5DE5CDA4CEDE}" srcOrd="7" destOrd="0" parTransId="{7FE42F40-6A17-4ED1-91FB-A6E7CDF1F833}" sibTransId="{2E5170A6-1349-44D1-8C05-CA968342D05F}"/>
    <dgm:cxn modelId="{EA20BF25-48D7-4B56-BEAE-72ECD47AB2EA}" type="presOf" srcId="{96029C0D-5B07-442A-8F00-0C87FF5DD79C}" destId="{9D8A3B8F-1E4E-4F49-9997-5EB5C615F2A0}" srcOrd="0" destOrd="0" presId="urn:microsoft.com/office/officeart/2005/8/layout/process1"/>
    <dgm:cxn modelId="{08E2BC37-5CF3-4C97-B995-B79497436ACA}" type="presOf" srcId="{147D32BA-AC31-46F9-B05E-020E2A82B17C}" destId="{86976C6F-3FB4-4934-A2F5-58269FB99104}" srcOrd="1" destOrd="0" presId="urn:microsoft.com/office/officeart/2005/8/layout/process1"/>
    <dgm:cxn modelId="{A7F2CA3E-502B-4A15-9FC0-57ED302E1C51}" type="presOf" srcId="{E8B0553D-85CC-4405-AE75-353B9375ED58}" destId="{2B62037C-D7EB-46FF-BB75-B517D877216E}" srcOrd="0" destOrd="0" presId="urn:microsoft.com/office/officeart/2005/8/layout/process1"/>
    <dgm:cxn modelId="{9ACB1541-A58B-49AB-BFFF-D424A8DDEF0C}" srcId="{E3148C4B-78CF-4078-A7A1-6585442F6ACD}" destId="{50073B09-238C-4724-A3F1-867A31B471D5}" srcOrd="6" destOrd="0" parTransId="{E3F1F5D6-EE4E-4825-93E1-FAC6111B72BE}" sibTransId="{B8C0BE40-7A8B-4ECC-9F73-5C89CE8BC094}"/>
    <dgm:cxn modelId="{F913DD41-DD8B-4000-875B-C82E930C0A3E}" type="presOf" srcId="{85803A64-793F-4976-B5E5-1F80CF519881}" destId="{766E01E4-2B39-4584-90EF-0219C5E53B27}" srcOrd="0" destOrd="0" presId="urn:microsoft.com/office/officeart/2005/8/layout/process1"/>
    <dgm:cxn modelId="{04BC6844-59DE-4B3C-9924-25E51BE47A6B}" type="presOf" srcId="{24D6B201-E4EA-4C0B-B889-35476FD76128}" destId="{D26BE7B7-AB7E-45E3-95A5-30F959A2D0A8}" srcOrd="0" destOrd="0" presId="urn:microsoft.com/office/officeart/2005/8/layout/process1"/>
    <dgm:cxn modelId="{CB007167-218B-4B97-9075-3EC9F3BA480C}" srcId="{E3148C4B-78CF-4078-A7A1-6585442F6ACD}" destId="{85803A64-793F-4976-B5E5-1F80CF519881}" srcOrd="5" destOrd="0" parTransId="{7F3CF710-F905-4575-B4E8-E4CA82BE1123}" sibTransId="{C3012B82-FEEA-428C-BA4C-9C8F8C4615CD}"/>
    <dgm:cxn modelId="{9E2FD467-1064-4762-B771-D34999C31975}" type="presOf" srcId="{8CA7B4DC-D24B-4D72-A11B-28CD4CF4C002}" destId="{ED9C0807-899C-4B3F-90F4-1F92BC881D3B}" srcOrd="0" destOrd="0" presId="urn:microsoft.com/office/officeart/2005/8/layout/process1"/>
    <dgm:cxn modelId="{EED0F367-7FE2-4CD0-A874-F4E10CC67F14}" type="presOf" srcId="{680253A3-2ACF-44E9-9064-5DE5CDA4CEDE}" destId="{0ADA195F-43B3-408C-BB2D-BB5194D1AA1E}" srcOrd="0" destOrd="0" presId="urn:microsoft.com/office/officeart/2005/8/layout/process1"/>
    <dgm:cxn modelId="{33B1644F-A65D-4724-AD36-6D6C37017CEF}" srcId="{E3148C4B-78CF-4078-A7A1-6585442F6ACD}" destId="{96029C0D-5B07-442A-8F00-0C87FF5DD79C}" srcOrd="0" destOrd="0" parTransId="{625D46F7-04B1-4FA1-AA29-27F457D82F24}" sibTransId="{9B444C7D-B16A-4B16-97A9-3E16241EA68E}"/>
    <dgm:cxn modelId="{14780E70-C81A-494D-BF33-38EF0D9535BE}" type="presOf" srcId="{147D32BA-AC31-46F9-B05E-020E2A82B17C}" destId="{9337D3FC-5F16-4004-8969-89333BB6FBE8}" srcOrd="0" destOrd="0" presId="urn:microsoft.com/office/officeart/2005/8/layout/process1"/>
    <dgm:cxn modelId="{F6FFA952-2D35-4639-8E0B-BFEDCA201069}" type="presOf" srcId="{970084D9-48DE-4AF1-B770-706CA1C8406C}" destId="{C2DFE43F-4E15-4758-853D-C574A1307165}" srcOrd="1" destOrd="0" presId="urn:microsoft.com/office/officeart/2005/8/layout/process1"/>
    <dgm:cxn modelId="{31853A55-AED8-485E-99F1-67DE4B504A2A}" type="presOf" srcId="{B8C0BE40-7A8B-4ECC-9F73-5C89CE8BC094}" destId="{46EAA1B1-ECB5-4640-9EC2-32DD574F94CF}" srcOrd="1" destOrd="0" presId="urn:microsoft.com/office/officeart/2005/8/layout/process1"/>
    <dgm:cxn modelId="{C4C74280-D4BE-471A-993A-2E25F5A81C4B}" type="presOf" srcId="{C3012B82-FEEA-428C-BA4C-9C8F8C4615CD}" destId="{792E8339-7434-43F9-80B0-1ADC519A1AC8}" srcOrd="0" destOrd="0" presId="urn:microsoft.com/office/officeart/2005/8/layout/process1"/>
    <dgm:cxn modelId="{BA494D84-5E1A-44E8-BBA9-7DFCD005E947}" type="presOf" srcId="{E3148C4B-78CF-4078-A7A1-6585442F6ACD}" destId="{1B979202-D3C9-43D8-9994-46D7FA8BCFC7}" srcOrd="0" destOrd="0" presId="urn:microsoft.com/office/officeart/2005/8/layout/process1"/>
    <dgm:cxn modelId="{29512594-2259-4837-88C9-99CD10FCAC9D}" type="presOf" srcId="{91B92B13-BEB9-41E6-ACC0-41AC6D0E1D70}" destId="{BFAF7D34-BB56-40CA-9D9A-0F28E968BB8C}" srcOrd="0" destOrd="0" presId="urn:microsoft.com/office/officeart/2005/8/layout/process1"/>
    <dgm:cxn modelId="{BCF0F09B-B330-4893-AD96-83F249FA6E2A}" type="presOf" srcId="{9B444C7D-B16A-4B16-97A9-3E16241EA68E}" destId="{807F65F0-7B7D-48F2-852B-59F07FFFD74C}" srcOrd="0" destOrd="0" presId="urn:microsoft.com/office/officeart/2005/8/layout/process1"/>
    <dgm:cxn modelId="{16D40DAE-E1E9-4313-97C6-651316304B66}" srcId="{E3148C4B-78CF-4078-A7A1-6585442F6ACD}" destId="{8CA7B4DC-D24B-4D72-A11B-28CD4CF4C002}" srcOrd="4" destOrd="0" parTransId="{EBA50734-FB71-4B71-BF98-038276D9A047}" sibTransId="{970084D9-48DE-4AF1-B770-706CA1C8406C}"/>
    <dgm:cxn modelId="{2FB89DB1-A21A-4AB0-B8AF-0AC8231B36CF}" type="presOf" srcId="{AC5FA7BA-3479-478C-8A9A-3A4360A2CE97}" destId="{B5E7FEF1-7F79-49B7-9117-A2ED84086636}" srcOrd="1" destOrd="0" presId="urn:microsoft.com/office/officeart/2005/8/layout/process1"/>
    <dgm:cxn modelId="{FB80AABD-B7F7-417E-B462-81E6090C8648}" type="presOf" srcId="{B8C0BE40-7A8B-4ECC-9F73-5C89CE8BC094}" destId="{3C9FC9D4-308A-4274-A212-7F3AFF8D3569}" srcOrd="0" destOrd="0" presId="urn:microsoft.com/office/officeart/2005/8/layout/process1"/>
    <dgm:cxn modelId="{486C62BF-DFBA-4D09-B76B-2EE0F49ACBE5}" type="presOf" srcId="{970084D9-48DE-4AF1-B770-706CA1C8406C}" destId="{E85EC4CE-26CF-4AE9-8C13-73F49239887B}" srcOrd="0" destOrd="0" presId="urn:microsoft.com/office/officeart/2005/8/layout/process1"/>
    <dgm:cxn modelId="{A4DD02C0-514C-4FF4-9143-D7259A68CF7A}" type="presOf" srcId="{AC5FA7BA-3479-478C-8A9A-3A4360A2CE97}" destId="{52DC866B-1AA8-45D9-92EF-5D020EC48C9F}" srcOrd="0" destOrd="0" presId="urn:microsoft.com/office/officeart/2005/8/layout/process1"/>
    <dgm:cxn modelId="{F5A181C4-BB2B-4238-93F7-28495ECB59B9}" type="presOf" srcId="{50073B09-238C-4724-A3F1-867A31B471D5}" destId="{36C47A69-F781-4776-844F-F3F46E5B7248}" srcOrd="0" destOrd="0" presId="urn:microsoft.com/office/officeart/2005/8/layout/process1"/>
    <dgm:cxn modelId="{D1BD06D3-F8CC-4D87-A7A6-2A9BBAA14F99}" srcId="{E3148C4B-78CF-4078-A7A1-6585442F6ACD}" destId="{91B92B13-BEB9-41E6-ACC0-41AC6D0E1D70}" srcOrd="2" destOrd="0" parTransId="{52E10D5A-2428-47ED-AE5C-0459BCDE54D6}" sibTransId="{147D32BA-AC31-46F9-B05E-020E2A82B17C}"/>
    <dgm:cxn modelId="{3CFD59D6-1691-49DD-8FA4-60CA79338919}" type="presOf" srcId="{C3012B82-FEEA-428C-BA4C-9C8F8C4615CD}" destId="{26D79F5E-80A4-4281-8761-A54F9353D780}" srcOrd="1" destOrd="0" presId="urn:microsoft.com/office/officeart/2005/8/layout/process1"/>
    <dgm:cxn modelId="{0B989AD6-1F59-431A-B493-FD8818C9050A}" type="presOf" srcId="{9B444C7D-B16A-4B16-97A9-3E16241EA68E}" destId="{2AFD3B7A-5B8B-4701-9177-BA3B936711CA}" srcOrd="1" destOrd="0" presId="urn:microsoft.com/office/officeart/2005/8/layout/process1"/>
    <dgm:cxn modelId="{5F3673D8-5540-4F41-B3BE-6E57412C4B07}" type="presOf" srcId="{1A6A722C-40E5-4935-9E98-E602C4FF1FC6}" destId="{BFB87858-68E0-4830-B189-65779C3E640F}" srcOrd="0" destOrd="0" presId="urn:microsoft.com/office/officeart/2005/8/layout/process1"/>
    <dgm:cxn modelId="{20175BF5-B67D-4609-B6AA-419DDC6573C2}" srcId="{E3148C4B-78CF-4078-A7A1-6585442F6ACD}" destId="{1A6A722C-40E5-4935-9E98-E602C4FF1FC6}" srcOrd="3" destOrd="0" parTransId="{08230207-99F7-4543-87C1-2E17C29AE167}" sibTransId="{AC5FA7BA-3479-478C-8A9A-3A4360A2CE97}"/>
    <dgm:cxn modelId="{24F1FC9F-E5BE-41C6-9F60-B12ED06D2817}" type="presParOf" srcId="{1B979202-D3C9-43D8-9994-46D7FA8BCFC7}" destId="{9D8A3B8F-1E4E-4F49-9997-5EB5C615F2A0}" srcOrd="0" destOrd="0" presId="urn:microsoft.com/office/officeart/2005/8/layout/process1"/>
    <dgm:cxn modelId="{873A177A-CB2C-45D5-853B-592A351123E9}" type="presParOf" srcId="{1B979202-D3C9-43D8-9994-46D7FA8BCFC7}" destId="{807F65F0-7B7D-48F2-852B-59F07FFFD74C}" srcOrd="1" destOrd="0" presId="urn:microsoft.com/office/officeart/2005/8/layout/process1"/>
    <dgm:cxn modelId="{6A92C198-FA03-4EF5-9428-A6722171BCF5}" type="presParOf" srcId="{807F65F0-7B7D-48F2-852B-59F07FFFD74C}" destId="{2AFD3B7A-5B8B-4701-9177-BA3B936711CA}" srcOrd="0" destOrd="0" presId="urn:microsoft.com/office/officeart/2005/8/layout/process1"/>
    <dgm:cxn modelId="{320FB246-4DC7-4803-B3A7-08A559A8C496}" type="presParOf" srcId="{1B979202-D3C9-43D8-9994-46D7FA8BCFC7}" destId="{2B62037C-D7EB-46FF-BB75-B517D877216E}" srcOrd="2" destOrd="0" presId="urn:microsoft.com/office/officeart/2005/8/layout/process1"/>
    <dgm:cxn modelId="{4DBD3008-4B50-4F40-8B23-5BBC2EC77D29}" type="presParOf" srcId="{1B979202-D3C9-43D8-9994-46D7FA8BCFC7}" destId="{D26BE7B7-AB7E-45E3-95A5-30F959A2D0A8}" srcOrd="3" destOrd="0" presId="urn:microsoft.com/office/officeart/2005/8/layout/process1"/>
    <dgm:cxn modelId="{29D8DFBC-F136-4F5B-AFF9-BC43A0BC7202}" type="presParOf" srcId="{D26BE7B7-AB7E-45E3-95A5-30F959A2D0A8}" destId="{2EEFE8F7-6066-4C35-AC90-3CDD8A8A0DF3}" srcOrd="0" destOrd="0" presId="urn:microsoft.com/office/officeart/2005/8/layout/process1"/>
    <dgm:cxn modelId="{EDE085FF-89A5-4681-952E-7DD1366D2421}" type="presParOf" srcId="{1B979202-D3C9-43D8-9994-46D7FA8BCFC7}" destId="{BFAF7D34-BB56-40CA-9D9A-0F28E968BB8C}" srcOrd="4" destOrd="0" presId="urn:microsoft.com/office/officeart/2005/8/layout/process1"/>
    <dgm:cxn modelId="{DD88B14C-3499-49B1-9543-8ACDF7375A7A}" type="presParOf" srcId="{1B979202-D3C9-43D8-9994-46D7FA8BCFC7}" destId="{9337D3FC-5F16-4004-8969-89333BB6FBE8}" srcOrd="5" destOrd="0" presId="urn:microsoft.com/office/officeart/2005/8/layout/process1"/>
    <dgm:cxn modelId="{963FF55C-0B5A-4A03-9907-9E952A77143C}" type="presParOf" srcId="{9337D3FC-5F16-4004-8969-89333BB6FBE8}" destId="{86976C6F-3FB4-4934-A2F5-58269FB99104}" srcOrd="0" destOrd="0" presId="urn:microsoft.com/office/officeart/2005/8/layout/process1"/>
    <dgm:cxn modelId="{FC0E48F8-CEA0-4C42-9825-81897FA4EFA7}" type="presParOf" srcId="{1B979202-D3C9-43D8-9994-46D7FA8BCFC7}" destId="{BFB87858-68E0-4830-B189-65779C3E640F}" srcOrd="6" destOrd="0" presId="urn:microsoft.com/office/officeart/2005/8/layout/process1"/>
    <dgm:cxn modelId="{BFEDD930-8488-42F9-A952-148AF5AA62FD}" type="presParOf" srcId="{1B979202-D3C9-43D8-9994-46D7FA8BCFC7}" destId="{52DC866B-1AA8-45D9-92EF-5D020EC48C9F}" srcOrd="7" destOrd="0" presId="urn:microsoft.com/office/officeart/2005/8/layout/process1"/>
    <dgm:cxn modelId="{F230365E-4151-447C-99B7-079D51B59A22}" type="presParOf" srcId="{52DC866B-1AA8-45D9-92EF-5D020EC48C9F}" destId="{B5E7FEF1-7F79-49B7-9117-A2ED84086636}" srcOrd="0" destOrd="0" presId="urn:microsoft.com/office/officeart/2005/8/layout/process1"/>
    <dgm:cxn modelId="{49BFACB0-6408-4BF9-B1A5-DCC0B408A329}" type="presParOf" srcId="{1B979202-D3C9-43D8-9994-46D7FA8BCFC7}" destId="{ED9C0807-899C-4B3F-90F4-1F92BC881D3B}" srcOrd="8" destOrd="0" presId="urn:microsoft.com/office/officeart/2005/8/layout/process1"/>
    <dgm:cxn modelId="{D0CD330D-324C-4A7C-8D08-21FD0D8529D7}" type="presParOf" srcId="{1B979202-D3C9-43D8-9994-46D7FA8BCFC7}" destId="{E85EC4CE-26CF-4AE9-8C13-73F49239887B}" srcOrd="9" destOrd="0" presId="urn:microsoft.com/office/officeart/2005/8/layout/process1"/>
    <dgm:cxn modelId="{821C59BF-65CA-435A-BD6B-F2BBF9D8C43D}" type="presParOf" srcId="{E85EC4CE-26CF-4AE9-8C13-73F49239887B}" destId="{C2DFE43F-4E15-4758-853D-C574A1307165}" srcOrd="0" destOrd="0" presId="urn:microsoft.com/office/officeart/2005/8/layout/process1"/>
    <dgm:cxn modelId="{A7B35CF1-C341-4B1B-A246-55120B547B04}" type="presParOf" srcId="{1B979202-D3C9-43D8-9994-46D7FA8BCFC7}" destId="{766E01E4-2B39-4584-90EF-0219C5E53B27}" srcOrd="10" destOrd="0" presId="urn:microsoft.com/office/officeart/2005/8/layout/process1"/>
    <dgm:cxn modelId="{8E4F57A9-5C1B-4988-B8E2-B2461DE0A0B5}" type="presParOf" srcId="{1B979202-D3C9-43D8-9994-46D7FA8BCFC7}" destId="{792E8339-7434-43F9-80B0-1ADC519A1AC8}" srcOrd="11" destOrd="0" presId="urn:microsoft.com/office/officeart/2005/8/layout/process1"/>
    <dgm:cxn modelId="{4DD40F2A-A55D-4F38-9C67-CF94AB4E5A5C}" type="presParOf" srcId="{792E8339-7434-43F9-80B0-1ADC519A1AC8}" destId="{26D79F5E-80A4-4281-8761-A54F9353D780}" srcOrd="0" destOrd="0" presId="urn:microsoft.com/office/officeart/2005/8/layout/process1"/>
    <dgm:cxn modelId="{8D5A06F3-C85C-49CC-B3AF-8A2269E88DC5}" type="presParOf" srcId="{1B979202-D3C9-43D8-9994-46D7FA8BCFC7}" destId="{36C47A69-F781-4776-844F-F3F46E5B7248}" srcOrd="12" destOrd="0" presId="urn:microsoft.com/office/officeart/2005/8/layout/process1"/>
    <dgm:cxn modelId="{34650D26-5A7B-4878-BD5F-3BAF28EE507F}" type="presParOf" srcId="{1B979202-D3C9-43D8-9994-46D7FA8BCFC7}" destId="{3C9FC9D4-308A-4274-A212-7F3AFF8D3569}" srcOrd="13" destOrd="0" presId="urn:microsoft.com/office/officeart/2005/8/layout/process1"/>
    <dgm:cxn modelId="{DDE2C107-0CD2-4472-9DC5-96442B46FA6B}" type="presParOf" srcId="{3C9FC9D4-308A-4274-A212-7F3AFF8D3569}" destId="{46EAA1B1-ECB5-4640-9EC2-32DD574F94CF}" srcOrd="0" destOrd="0" presId="urn:microsoft.com/office/officeart/2005/8/layout/process1"/>
    <dgm:cxn modelId="{A396E4AB-4C26-4991-956D-7C64AAAD03A1}" type="presParOf" srcId="{1B979202-D3C9-43D8-9994-46D7FA8BCFC7}" destId="{0ADA195F-43B3-408C-BB2D-BB5194D1AA1E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A3B8F-1E4E-4F49-9997-5EB5C615F2A0}">
      <dsp:nvSpPr>
        <dsp:cNvPr id="0" name=""/>
        <dsp:cNvSpPr/>
      </dsp:nvSpPr>
      <dsp:spPr>
        <a:xfrm>
          <a:off x="3594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Doctor orders test</a:t>
          </a:r>
        </a:p>
      </dsp:txBody>
      <dsp:txXfrm>
        <a:off x="29510" y="1759173"/>
        <a:ext cx="921169" cy="832990"/>
      </dsp:txXfrm>
    </dsp:sp>
    <dsp:sp modelId="{807F65F0-7B7D-48F2-852B-59F07FFFD74C}">
      <dsp:nvSpPr>
        <dsp:cNvPr id="0" name=""/>
        <dsp:cNvSpPr/>
      </dsp:nvSpPr>
      <dsp:spPr>
        <a:xfrm>
          <a:off x="1073895" y="2055016"/>
          <a:ext cx="206276" cy="2413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73895" y="2103277"/>
        <a:ext cx="144393" cy="144782"/>
      </dsp:txXfrm>
    </dsp:sp>
    <dsp:sp modelId="{2B62037C-D7EB-46FF-BB75-B517D877216E}">
      <dsp:nvSpPr>
        <dsp:cNvPr id="0" name=""/>
        <dsp:cNvSpPr/>
      </dsp:nvSpPr>
      <dsp:spPr>
        <a:xfrm>
          <a:off x="1365795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Order enters LIS</a:t>
          </a:r>
        </a:p>
      </dsp:txBody>
      <dsp:txXfrm>
        <a:off x="1391711" y="1759173"/>
        <a:ext cx="921169" cy="832990"/>
      </dsp:txXfrm>
    </dsp:sp>
    <dsp:sp modelId="{D26BE7B7-AB7E-45E3-95A5-30F959A2D0A8}">
      <dsp:nvSpPr>
        <dsp:cNvPr id="0" name=""/>
        <dsp:cNvSpPr/>
      </dsp:nvSpPr>
      <dsp:spPr>
        <a:xfrm>
          <a:off x="2436096" y="2055016"/>
          <a:ext cx="206276" cy="2413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36096" y="2103277"/>
        <a:ext cx="144393" cy="144782"/>
      </dsp:txXfrm>
    </dsp:sp>
    <dsp:sp modelId="{BFAF7D34-BB56-40CA-9D9A-0F28E968BB8C}">
      <dsp:nvSpPr>
        <dsp:cNvPr id="0" name=""/>
        <dsp:cNvSpPr/>
      </dsp:nvSpPr>
      <dsp:spPr>
        <a:xfrm>
          <a:off x="2727997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Label printed</a:t>
          </a:r>
        </a:p>
      </dsp:txBody>
      <dsp:txXfrm>
        <a:off x="2753913" y="1759173"/>
        <a:ext cx="921169" cy="832990"/>
      </dsp:txXfrm>
    </dsp:sp>
    <dsp:sp modelId="{9337D3FC-5F16-4004-8969-89333BB6FBE8}">
      <dsp:nvSpPr>
        <dsp:cNvPr id="0" name=""/>
        <dsp:cNvSpPr/>
      </dsp:nvSpPr>
      <dsp:spPr>
        <a:xfrm>
          <a:off x="3798298" y="2055016"/>
          <a:ext cx="206276" cy="2413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798298" y="2103277"/>
        <a:ext cx="144393" cy="144782"/>
      </dsp:txXfrm>
    </dsp:sp>
    <dsp:sp modelId="{BFB87858-68E0-4830-B189-65779C3E640F}">
      <dsp:nvSpPr>
        <dsp:cNvPr id="0" name=""/>
        <dsp:cNvSpPr/>
      </dsp:nvSpPr>
      <dsp:spPr>
        <a:xfrm>
          <a:off x="4090198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Specimen collected</a:t>
          </a:r>
        </a:p>
      </dsp:txBody>
      <dsp:txXfrm>
        <a:off x="4116114" y="1759173"/>
        <a:ext cx="921169" cy="832990"/>
      </dsp:txXfrm>
    </dsp:sp>
    <dsp:sp modelId="{52DC866B-1AA8-45D9-92EF-5D020EC48C9F}">
      <dsp:nvSpPr>
        <dsp:cNvPr id="0" name=""/>
        <dsp:cNvSpPr/>
      </dsp:nvSpPr>
      <dsp:spPr>
        <a:xfrm>
          <a:off x="5160499" y="2055016"/>
          <a:ext cx="206276" cy="2413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160499" y="2103277"/>
        <a:ext cx="144393" cy="144782"/>
      </dsp:txXfrm>
    </dsp:sp>
    <dsp:sp modelId="{ED9C0807-899C-4B3F-90F4-1F92BC881D3B}">
      <dsp:nvSpPr>
        <dsp:cNvPr id="0" name=""/>
        <dsp:cNvSpPr/>
      </dsp:nvSpPr>
      <dsp:spPr>
        <a:xfrm>
          <a:off x="5452400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Specimen scanned in lab</a:t>
          </a:r>
        </a:p>
      </dsp:txBody>
      <dsp:txXfrm>
        <a:off x="5478316" y="1759173"/>
        <a:ext cx="921169" cy="832990"/>
      </dsp:txXfrm>
    </dsp:sp>
    <dsp:sp modelId="{E85EC4CE-26CF-4AE9-8C13-73F49239887B}">
      <dsp:nvSpPr>
        <dsp:cNvPr id="0" name=""/>
        <dsp:cNvSpPr/>
      </dsp:nvSpPr>
      <dsp:spPr>
        <a:xfrm>
          <a:off x="6522701" y="2055016"/>
          <a:ext cx="206276" cy="2413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522701" y="2103277"/>
        <a:ext cx="144393" cy="144782"/>
      </dsp:txXfrm>
    </dsp:sp>
    <dsp:sp modelId="{766E01E4-2B39-4584-90EF-0219C5E53B27}">
      <dsp:nvSpPr>
        <dsp:cNvPr id="0" name=""/>
        <dsp:cNvSpPr/>
      </dsp:nvSpPr>
      <dsp:spPr>
        <a:xfrm>
          <a:off x="6814601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Instrument runs test</a:t>
          </a:r>
        </a:p>
      </dsp:txBody>
      <dsp:txXfrm>
        <a:off x="6840517" y="1759173"/>
        <a:ext cx="921169" cy="832990"/>
      </dsp:txXfrm>
    </dsp:sp>
    <dsp:sp modelId="{792E8339-7434-43F9-80B0-1ADC519A1AC8}">
      <dsp:nvSpPr>
        <dsp:cNvPr id="0" name=""/>
        <dsp:cNvSpPr/>
      </dsp:nvSpPr>
      <dsp:spPr>
        <a:xfrm>
          <a:off x="7884902" y="2055016"/>
          <a:ext cx="206276" cy="2413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7884902" y="2103277"/>
        <a:ext cx="144393" cy="144782"/>
      </dsp:txXfrm>
    </dsp:sp>
    <dsp:sp modelId="{36C47A69-F781-4776-844F-F3F46E5B7248}">
      <dsp:nvSpPr>
        <dsp:cNvPr id="0" name=""/>
        <dsp:cNvSpPr/>
      </dsp:nvSpPr>
      <dsp:spPr>
        <a:xfrm>
          <a:off x="8176803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Result sent back to LIS</a:t>
          </a:r>
        </a:p>
      </dsp:txBody>
      <dsp:txXfrm>
        <a:off x="8202719" y="1759173"/>
        <a:ext cx="921169" cy="832990"/>
      </dsp:txXfrm>
    </dsp:sp>
    <dsp:sp modelId="{3C9FC9D4-308A-4274-A212-7F3AFF8D3569}">
      <dsp:nvSpPr>
        <dsp:cNvPr id="0" name=""/>
        <dsp:cNvSpPr/>
      </dsp:nvSpPr>
      <dsp:spPr>
        <a:xfrm>
          <a:off x="9247104" y="2055016"/>
          <a:ext cx="206276" cy="2413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9247104" y="2103277"/>
        <a:ext cx="144393" cy="144782"/>
      </dsp:txXfrm>
    </dsp:sp>
    <dsp:sp modelId="{0ADA195F-43B3-408C-BB2D-BB5194D1AA1E}">
      <dsp:nvSpPr>
        <dsp:cNvPr id="0" name=""/>
        <dsp:cNvSpPr/>
      </dsp:nvSpPr>
      <dsp:spPr>
        <a:xfrm>
          <a:off x="9539004" y="1733257"/>
          <a:ext cx="973001" cy="8848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Result released </a:t>
          </a:r>
          <a:r>
            <a:rPr lang="en-US" sz="1300" kern="1200"/>
            <a:t>to patient’s chart</a:t>
          </a:r>
          <a:endParaRPr lang="en-US" sz="1300" kern="1200" dirty="0"/>
        </a:p>
      </dsp:txBody>
      <dsp:txXfrm>
        <a:off x="9564920" y="1759173"/>
        <a:ext cx="921169" cy="832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685F0-29D9-522D-3BAA-16DEAE362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57999-5D8C-D861-AA3A-D4BBAEB38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DFDE1-A110-24C8-1524-A0E91557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17EF7-D24F-5953-F8F1-A71C3E0B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68B15-0F41-064C-CA38-EDAA4EC5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9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F3ED-ADE8-6712-0EEB-10415630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900D6-27B7-9F30-DF13-7577ACAB9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4619B-03EC-F1B9-126D-FC5B1593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6CB5-83C7-04F0-03AB-B2717678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F37B-59CD-1265-0915-A1FBE534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9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547E-9B47-5321-3991-409C88BC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0EF02-52CF-D32A-1E4A-41759527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CC66E-F02F-F7DD-64EC-C957CE5D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0CEDB-BE6D-647F-C761-CC2D8533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553B-337A-65D4-0CD1-814CE816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90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19D7F-CCDB-4396-B037-410B06F4D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9CB8-87D0-A14B-E6F2-D59CE54A9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D26DC-E1C6-74F7-2778-FDFFF4717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CA984-11B4-3CF3-72D3-DDF7F255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83D00-1DBB-DC1D-98EE-D077C7B6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D3FAF-464B-C1C2-33A7-6FD3A216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90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7171-EC60-CDD2-1280-FDDEBD28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AB2B6-3D70-16BC-DDAE-804CC1B46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DB769-58C2-70CF-451A-BB9A10B31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D53F7-DCF8-53AE-D25C-E2EFD5E06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4A35A-214A-BBE2-FD6B-AEC61B3BC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939D8-58C9-6261-C900-35AF20E2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6A80C-D114-4971-C353-6C563928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4C902-EE14-4217-F459-B78854F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9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05A4-C8FF-FDC3-4177-5947185B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0BA14-9FDC-B021-29EA-C78A958D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9DF9F-F5DE-0F3E-FB32-2AB01A19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C2C91-D375-EF07-7316-0152C568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2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7BE18-522C-4880-76F0-C12C118F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3AC04-611F-9FB9-5D19-4BD4FF441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D9DF1-B7F2-A66C-866E-7DC1C691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2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9BA4-A8B0-5A32-35C2-454821F9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0FCE4-236E-733E-3ED6-E1A9708E6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25D3B-8311-5CCF-3233-82B655185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74321-F3E7-7A3E-7AD6-084FBF76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C0F23-4656-6BB1-67BA-CFD885F0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54916-FDE7-1706-12DB-CC782C74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A71F-33E8-AD58-6A96-E0BB66AC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836CDE-917C-A68C-5DAA-099A6B62B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2EE51-E032-4698-C118-BDE4DD47C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A79A3-42A3-C9AE-864E-DF7DAA05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2E432-1590-2143-5234-CCEEA08B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1CA3F-1185-1AFB-5BB3-E833080B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5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D860-01B2-7B58-3A02-FDD4E348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104228-5C4D-8C7D-E66A-DD7800584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34338-5D38-25C6-E0E8-994E9B21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774E9-424F-D6FA-E7B9-8AA19A12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4783E-DE42-53DC-F307-62A4A5FF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7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2C8EEC-5C90-8A1C-7F41-1A1540FF5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6BA71-41AC-6AC9-9367-DC679D46D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413BD-2DEB-F40D-19AC-68C39562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B83F0-2D8D-D9CE-48E5-99658378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65D26-2CF5-8739-F4CD-D1E068CA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40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AD4C28-E90E-C8E7-4F64-25070F87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19AD5-98A7-4D19-61D3-BC65CDA6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8E94E-0D93-B560-3AEA-13C571ED9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D1E3B-879D-4232-9683-9B8C36634A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24A8D-E777-B2C5-DE18-78A1700C0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B5F5D-3C07-2122-CBFD-047F8A906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BB42A-17E5-4D89-820B-3C8D19A49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0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C844-42A7-CDB2-0D75-6BE2B5BF7F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Epic Beaker Lab Workflow 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8DC830-8EF9-0D20-1137-1579A263B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Janessa Reed</a:t>
            </a:r>
          </a:p>
          <a:p>
            <a:r>
              <a:rPr lang="en-US" dirty="0"/>
              <a:t>Insight Global – Medical Analyst </a:t>
            </a:r>
          </a:p>
        </p:txBody>
      </p:sp>
    </p:spTree>
    <p:extLst>
      <p:ext uri="{BB962C8B-B14F-4D97-AF65-F5344CB8AC3E}">
        <p14:creationId xmlns:p14="http://schemas.microsoft.com/office/powerpoint/2010/main" val="145379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29BE-E0FC-92CB-C9D9-4C74134D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 Beaker Lab Workflow Map</a:t>
            </a: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04FE1644-E1FF-1C71-62B5-4D17EFB0A4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7091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4524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Epic Beaker Lab Workflow Map</vt:lpstr>
      <vt:lpstr>Epic Beaker Lab Workflow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Janessa Reed</dc:creator>
  <cp:lastModifiedBy>Janessa Reed</cp:lastModifiedBy>
  <cp:revision>1</cp:revision>
  <dcterms:created xsi:type="dcterms:W3CDTF">2026-03-13T22:34:07Z</dcterms:created>
  <dcterms:modified xsi:type="dcterms:W3CDTF">2026-03-13T22:55:59Z</dcterms:modified>
</cp:coreProperties>
</file>